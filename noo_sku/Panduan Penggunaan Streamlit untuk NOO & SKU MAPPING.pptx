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09bd7bc74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09bd7bc74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409bd7bc74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409bd7bc7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409bd7bc746_2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409bd7bc746_2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409bd7bc7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409bd7bc7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409bd7bc74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409bd7bc74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409bd7bc74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409bd7bc74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409bd7bc74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409bd7bc74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409bd7bc746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409bd7bc74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09bd7bc746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409bd7bc746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409bd7bc746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409bd7bc746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409bd7bc746_2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409bd7bc746_2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409bd7bc746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409bd7bc746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409bd7bc746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409bd7bc746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409bd7bc746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409bd7bc746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409bd7bc746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409bd7bc746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409bd7bc746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409bd7bc746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409bd7bc746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409bd7bc746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409bd7bc746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409bd7bc746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409bd7bc746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409bd7bc746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noo-sku-mapping.streamlit.app/" TargetMode="External"/><Relationship Id="rId4" Type="http://schemas.openxmlformats.org/officeDocument/2006/relationships/hyperlink" Target="https://noo-sku-mapping.streamlit.app/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00" y="0"/>
            <a:ext cx="308547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8475" y="0"/>
            <a:ext cx="29560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6030600" y="462175"/>
            <a:ext cx="3119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Panduan</a:t>
            </a:r>
            <a:r>
              <a:rPr b="1" lang="en" sz="1800">
                <a:solidFill>
                  <a:schemeClr val="dk1"/>
                </a:solidFill>
              </a:rPr>
              <a:t> Penggunaan Streamlit untuk NOO &amp; SKU MAPPING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4550" y="2117025"/>
            <a:ext cx="3085476" cy="302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928650" y="0"/>
            <a:ext cx="72867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Cara Login Streamlit untuk NOO &amp; SKU Mapping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871350" y="1267200"/>
            <a:ext cx="31917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(1) </a:t>
            </a:r>
            <a:r>
              <a:rPr lang="en" sz="1100">
                <a:solidFill>
                  <a:schemeClr val="dk1"/>
                </a:solidFill>
              </a:rPr>
              <a:t>Akses Streamlit dengan menggunakan link berikut </a:t>
            </a:r>
            <a:r>
              <a:rPr lang="en" sz="1100">
                <a:solidFill>
                  <a:schemeClr val="dk1"/>
                </a:solidFill>
              </a:rPr>
              <a:t>: </a:t>
            </a:r>
            <a:r>
              <a:rPr lang="en" sz="11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</a:t>
            </a:r>
            <a:r>
              <a:rPr lang="en" sz="11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ttps://noo-sku-mapping.streamlit.app/</a:t>
            </a:r>
            <a:r>
              <a:rPr lang="en" sz="1100">
                <a:solidFill>
                  <a:schemeClr val="dk1"/>
                </a:solidFill>
              </a:rPr>
              <a:t> 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(2) Tunggu beberapa saat sampai Streamlit menampilkan halaman login seperti gambar di samping.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(3) </a:t>
            </a:r>
            <a:r>
              <a:rPr lang="en" sz="1100">
                <a:solidFill>
                  <a:schemeClr val="dk1"/>
                </a:solidFill>
              </a:rPr>
              <a:t>Login</a:t>
            </a:r>
            <a:endParaRPr sz="1100">
              <a:solidFill>
                <a:schemeClr val="dk1"/>
              </a:solidFill>
            </a:endParaRPr>
          </a:p>
          <a:p>
            <a:pPr indent="-127000" lvl="0" marL="62865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Username	: Gunakan kode distributor (DSTxxx) masing-masing</a:t>
            </a:r>
            <a:endParaRPr sz="1100">
              <a:solidFill>
                <a:schemeClr val="dk1"/>
              </a:solidFill>
            </a:endParaRPr>
          </a:p>
          <a:p>
            <a:pPr indent="-127000" lvl="0" marL="6286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 sz="1100">
                <a:solidFill>
                  <a:schemeClr val="dk1"/>
                </a:solidFill>
              </a:rPr>
              <a:t>Password	: 12345678 (password default sementara)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0825" y="0"/>
            <a:ext cx="1283175" cy="37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1009800"/>
            <a:ext cx="5566551" cy="3842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0825" y="0"/>
            <a:ext cx="1283175" cy="3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928650" y="0"/>
            <a:ext cx="7286700" cy="85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Cara Login Streamlit untuk NOO &amp; SKU Mapping</a:t>
            </a:r>
            <a:endParaRPr sz="1400"/>
          </a:p>
        </p:txBody>
      </p:sp>
      <p:sp>
        <p:nvSpPr>
          <p:cNvPr id="72" name="Google Shape;72;p15"/>
          <p:cNvSpPr txBox="1"/>
          <p:nvPr/>
        </p:nvSpPr>
        <p:spPr>
          <a:xfrm>
            <a:off x="5732250" y="1532700"/>
            <a:ext cx="33096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(4) </a:t>
            </a:r>
            <a:r>
              <a:rPr lang="en" sz="1100">
                <a:solidFill>
                  <a:schemeClr val="dk1"/>
                </a:solidFill>
              </a:rPr>
              <a:t>Setelah login, pastikan Anda berada pada akun distributor yang sesuai. Cek pada sebelah kiri atas.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(5) </a:t>
            </a:r>
            <a:r>
              <a:rPr lang="en" sz="1100">
                <a:solidFill>
                  <a:schemeClr val="dk1"/>
                </a:solidFill>
              </a:rPr>
              <a:t>Demi keamanan akun, silakan mengganti password pada menu Akun &amp; Password.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(6) Pastikan Anda menyimpan dan mengin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gat password baru tersebut dengan baik, karena password tersebut akan digunakan saat login.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825" y="1123025"/>
            <a:ext cx="5460176" cy="3713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00" y="0"/>
            <a:ext cx="308547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8475" y="0"/>
            <a:ext cx="29560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6047588" y="845925"/>
            <a:ext cx="311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NOO MAPPING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4550" y="2117025"/>
            <a:ext cx="3085476" cy="302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0825" y="0"/>
            <a:ext cx="1283175" cy="3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152400" y="152400"/>
            <a:ext cx="613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88" name="Google Shape;88;p17"/>
          <p:cNvSpPr txBox="1"/>
          <p:nvPr>
            <p:ph idx="4294967295" type="subTitle"/>
          </p:nvPr>
        </p:nvSpPr>
        <p:spPr>
          <a:xfrm>
            <a:off x="928650" y="152400"/>
            <a:ext cx="7286700" cy="83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NOO / Store Mapping</a:t>
            </a:r>
            <a:endParaRPr sz="1400"/>
          </a:p>
        </p:txBody>
      </p:sp>
      <p:sp>
        <p:nvSpPr>
          <p:cNvPr id="89" name="Google Shape;89;p17"/>
          <p:cNvSpPr txBox="1"/>
          <p:nvPr/>
        </p:nvSpPr>
        <p:spPr>
          <a:xfrm>
            <a:off x="5843350" y="2326138"/>
            <a:ext cx="3000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(1) Klik Menu NOO/Store Mapping.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(2) Download Template NOO.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400" y="987300"/>
            <a:ext cx="5475075" cy="37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0825" y="0"/>
            <a:ext cx="1283175" cy="3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5976475" y="9381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850" y="1163550"/>
            <a:ext cx="5269598" cy="353515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5593450" y="2312638"/>
            <a:ext cx="34371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(3) Sebelum mengisi template, perhatikan contoh &amp; panduan pengisian yang tertera di dalam file.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9" name="Google Shape;99;p18"/>
          <p:cNvSpPr txBox="1"/>
          <p:nvPr>
            <p:ph idx="4294967295" type="subTitle"/>
          </p:nvPr>
        </p:nvSpPr>
        <p:spPr>
          <a:xfrm>
            <a:off x="928650" y="176675"/>
            <a:ext cx="7286700" cy="83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NOO/Store Mapping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0825" y="0"/>
            <a:ext cx="1283175" cy="3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5790200" y="2380650"/>
            <a:ext cx="318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(4) Setelah template diisi dengan benar, kembali pada Streamlit dan unggah file pada menu “</a:t>
            </a:r>
            <a:r>
              <a:rPr b="1" lang="en" sz="1100">
                <a:solidFill>
                  <a:schemeClr val="dk1"/>
                </a:solidFill>
              </a:rPr>
              <a:t>upload</a:t>
            </a:r>
            <a:r>
              <a:rPr lang="en" sz="1100">
                <a:solidFill>
                  <a:schemeClr val="dk1"/>
                </a:solidFill>
              </a:rPr>
              <a:t>.”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525" y="1004825"/>
            <a:ext cx="5508677" cy="375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>
            <p:ph idx="4294967295" type="subTitle"/>
          </p:nvPr>
        </p:nvSpPr>
        <p:spPr>
          <a:xfrm>
            <a:off x="928650" y="169925"/>
            <a:ext cx="7286700" cy="83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NOO/Store Mapping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0825" y="0"/>
            <a:ext cx="1283175" cy="37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975" y="1006825"/>
            <a:ext cx="5913052" cy="376464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/>
          <p:nvPr>
            <p:ph idx="4294967295" type="subTitle"/>
          </p:nvPr>
        </p:nvSpPr>
        <p:spPr>
          <a:xfrm>
            <a:off x="928650" y="259725"/>
            <a:ext cx="7286700" cy="83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NOO/Store Mapping</a:t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6244300" y="2267700"/>
            <a:ext cx="28383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(5) Setelah file diunggah, klik tombol “</a:t>
            </a:r>
            <a:r>
              <a:rPr b="1" lang="en" sz="1100">
                <a:solidFill>
                  <a:schemeClr val="dk1"/>
                </a:solidFill>
              </a:rPr>
              <a:t>Validasi &amp; Pratinjau</a:t>
            </a:r>
            <a:r>
              <a:rPr lang="en" sz="1100">
                <a:solidFill>
                  <a:schemeClr val="dk1"/>
                </a:solidFill>
              </a:rPr>
              <a:t>.”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idx="4294967295" type="subTitle"/>
          </p:nvPr>
        </p:nvSpPr>
        <p:spPr>
          <a:xfrm>
            <a:off x="928650" y="145425"/>
            <a:ext cx="7286700" cy="83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NOO/Store Mapping</a:t>
            </a:r>
            <a:endParaRPr/>
          </a:p>
        </p:txBody>
      </p:sp>
      <p:sp>
        <p:nvSpPr>
          <p:cNvPr id="121" name="Google Shape;121;p21"/>
          <p:cNvSpPr txBox="1"/>
          <p:nvPr/>
        </p:nvSpPr>
        <p:spPr>
          <a:xfrm>
            <a:off x="6146325" y="1779200"/>
            <a:ext cx="283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5782400" y="1437150"/>
            <a:ext cx="3234900" cy="22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(6) </a:t>
            </a:r>
            <a:r>
              <a:rPr lang="en" sz="1100"/>
              <a:t>Setelah menekan tombol “</a:t>
            </a:r>
            <a:r>
              <a:rPr b="1" lang="en" sz="1100"/>
              <a:t>Validasi &amp; Pratinjau</a:t>
            </a:r>
            <a:r>
              <a:rPr lang="en" sz="1100"/>
              <a:t>,” Streamlit akan mendeteksi kesalahan jika template yang diunggah </a:t>
            </a:r>
            <a:r>
              <a:rPr b="1" lang="en" sz="1100"/>
              <a:t>tidak sesuai ketentuan</a:t>
            </a:r>
            <a:r>
              <a:rPr lang="en" sz="1100"/>
              <a:t>. </a:t>
            </a:r>
            <a:r>
              <a:rPr b="1" lang="en" sz="1100"/>
              <a:t>Harap revisi template</a:t>
            </a:r>
            <a:r>
              <a:rPr lang="en" sz="1100"/>
              <a:t> sesuai dengan panduan yang diberikan.</a:t>
            </a:r>
            <a:endParaRPr sz="1100"/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350" y="855625"/>
            <a:ext cx="5430548" cy="3792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0825" y="0"/>
            <a:ext cx="1283175" cy="3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idx="4294967295" type="subTitle"/>
          </p:nvPr>
        </p:nvSpPr>
        <p:spPr>
          <a:xfrm>
            <a:off x="928650" y="153600"/>
            <a:ext cx="7286700" cy="83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NOO/Store Mapping</a:t>
            </a:r>
            <a:endParaRPr/>
          </a:p>
        </p:txBody>
      </p:sp>
      <p:sp>
        <p:nvSpPr>
          <p:cNvPr id="130" name="Google Shape;130;p22"/>
          <p:cNvSpPr txBox="1"/>
          <p:nvPr/>
        </p:nvSpPr>
        <p:spPr>
          <a:xfrm>
            <a:off x="5871825" y="1522100"/>
            <a:ext cx="3121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(7) Unggah ulang template yang sudah direvisi. Harap menekan tombol “</a:t>
            </a:r>
            <a:r>
              <a:rPr b="1" lang="en" sz="1100">
                <a:solidFill>
                  <a:schemeClr val="dk1"/>
                </a:solidFill>
              </a:rPr>
              <a:t>Validasi &amp; Pratinjau</a:t>
            </a:r>
            <a:r>
              <a:rPr lang="en" sz="1100">
                <a:solidFill>
                  <a:schemeClr val="dk1"/>
                </a:solidFill>
              </a:rPr>
              <a:t>” lagi. Pastikan sudah </a:t>
            </a:r>
            <a:r>
              <a:rPr b="1" lang="en" sz="1100">
                <a:solidFill>
                  <a:schemeClr val="dk1"/>
                </a:solidFill>
              </a:rPr>
              <a:t>0 Error dan 0 Fallback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(8) Kemudian, pastikan sudah ada keterangan 1 baris siap diupload. Lalu klik kotak verifikasi “</a:t>
            </a:r>
            <a:r>
              <a:rPr b="1" lang="en" sz="1100">
                <a:solidFill>
                  <a:schemeClr val="dk1"/>
                </a:solidFill>
              </a:rPr>
              <a:t>Saya sudah memeriksa ringkasan di atas dan setuju melanjutkan upload</a:t>
            </a:r>
            <a:r>
              <a:rPr lang="en" sz="1100">
                <a:solidFill>
                  <a:schemeClr val="dk1"/>
                </a:solidFill>
              </a:rPr>
              <a:t>.” Terakhir, klik “</a:t>
            </a:r>
            <a:r>
              <a:rPr b="1" lang="en" sz="1100">
                <a:solidFill>
                  <a:schemeClr val="dk1"/>
                </a:solidFill>
              </a:rPr>
              <a:t>Konfirmasi &amp; Upload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50" y="916650"/>
            <a:ext cx="5841524" cy="373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0825" y="0"/>
            <a:ext cx="1283175" cy="3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idx="4294967295" type="subTitle"/>
          </p:nvPr>
        </p:nvSpPr>
        <p:spPr>
          <a:xfrm>
            <a:off x="928650" y="112775"/>
            <a:ext cx="7286700" cy="83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NOO/Store Mapping</a:t>
            </a:r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50" y="776375"/>
            <a:ext cx="5734599" cy="392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3"/>
          <p:cNvSpPr txBox="1"/>
          <p:nvPr/>
        </p:nvSpPr>
        <p:spPr>
          <a:xfrm>
            <a:off x="5944150" y="2224988"/>
            <a:ext cx="3081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(9) </a:t>
            </a:r>
            <a:r>
              <a:rPr b="1" lang="en" sz="1100">
                <a:solidFill>
                  <a:schemeClr val="dk1"/>
                </a:solidFill>
              </a:rPr>
              <a:t>DONE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lang="en" sz="1100">
                <a:solidFill>
                  <a:schemeClr val="dk1"/>
                </a:solidFill>
              </a:rPr>
              <a:t>Template NOO berhasil diunggah. Kemudian, harap konfirmasi kepada BD Support (Intan/Surti).</a:t>
            </a:r>
            <a:endParaRPr/>
          </a:p>
        </p:txBody>
      </p:sp>
      <p:pic>
        <p:nvPicPr>
          <p:cNvPr id="140" name="Google Shape;14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0825" y="0"/>
            <a:ext cx="1283175" cy="3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00" y="0"/>
            <a:ext cx="308547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8475" y="0"/>
            <a:ext cx="29560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4"/>
          <p:cNvSpPr txBox="1"/>
          <p:nvPr/>
        </p:nvSpPr>
        <p:spPr>
          <a:xfrm>
            <a:off x="6047588" y="935700"/>
            <a:ext cx="311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SKU MAPPING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4550" y="2117025"/>
            <a:ext cx="3085476" cy="302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0825" y="0"/>
            <a:ext cx="1283175" cy="3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5"/>
          <p:cNvSpPr txBox="1"/>
          <p:nvPr>
            <p:ph idx="4294967295" type="subTitle"/>
          </p:nvPr>
        </p:nvSpPr>
        <p:spPr>
          <a:xfrm>
            <a:off x="928650" y="112775"/>
            <a:ext cx="7286700" cy="83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SKU Mapping</a:t>
            </a:r>
            <a:endParaRPr/>
          </a:p>
        </p:txBody>
      </p:sp>
      <p:sp>
        <p:nvSpPr>
          <p:cNvPr id="155" name="Google Shape;155;p25"/>
          <p:cNvSpPr txBox="1"/>
          <p:nvPr/>
        </p:nvSpPr>
        <p:spPr>
          <a:xfrm>
            <a:off x="6022050" y="2267700"/>
            <a:ext cx="30813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(1) Klik menu SKU Mapping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(2) Download Template SKU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56" name="Google Shape;15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525" y="906850"/>
            <a:ext cx="5519524" cy="390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0825" y="0"/>
            <a:ext cx="1283175" cy="3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6"/>
          <p:cNvSpPr txBox="1"/>
          <p:nvPr>
            <p:ph idx="4294967295" type="subTitle"/>
          </p:nvPr>
        </p:nvSpPr>
        <p:spPr>
          <a:xfrm>
            <a:off x="873575" y="47450"/>
            <a:ext cx="7286700" cy="83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SKU Mapping</a:t>
            </a:r>
            <a:endParaRPr/>
          </a:p>
        </p:txBody>
      </p:sp>
      <p:pic>
        <p:nvPicPr>
          <p:cNvPr id="163" name="Google Shape;16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925" y="966550"/>
            <a:ext cx="5216701" cy="356964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6"/>
          <p:cNvSpPr txBox="1"/>
          <p:nvPr/>
        </p:nvSpPr>
        <p:spPr>
          <a:xfrm>
            <a:off x="5407975" y="2320425"/>
            <a:ext cx="3611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(3) Sebelum mengisi template, perhatikan contoh &amp; panduan pengisian yang tertera di dalam file.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0825" y="0"/>
            <a:ext cx="1283175" cy="3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7"/>
          <p:cNvSpPr txBox="1"/>
          <p:nvPr>
            <p:ph idx="4294967295" type="subTitle"/>
          </p:nvPr>
        </p:nvSpPr>
        <p:spPr>
          <a:xfrm>
            <a:off x="928650" y="96450"/>
            <a:ext cx="7286700" cy="83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SKU Mapping</a:t>
            </a:r>
            <a:endParaRPr/>
          </a:p>
        </p:txBody>
      </p:sp>
      <p:pic>
        <p:nvPicPr>
          <p:cNvPr id="171" name="Google Shape;17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875" y="980550"/>
            <a:ext cx="5693448" cy="365344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7"/>
          <p:cNvSpPr txBox="1"/>
          <p:nvPr/>
        </p:nvSpPr>
        <p:spPr>
          <a:xfrm>
            <a:off x="5927975" y="1949700"/>
            <a:ext cx="31377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(4) Setelah template diisi dengan benar, kembali pada Streamlit dan unggah file pada menu “</a:t>
            </a:r>
            <a:r>
              <a:rPr b="1" lang="en" sz="1100">
                <a:solidFill>
                  <a:schemeClr val="dk1"/>
                </a:solidFill>
              </a:rPr>
              <a:t>upload</a:t>
            </a:r>
            <a:r>
              <a:rPr lang="en" sz="1100">
                <a:solidFill>
                  <a:schemeClr val="dk1"/>
                </a:solidFill>
              </a:rPr>
              <a:t>.”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400" y="992600"/>
            <a:ext cx="5767474" cy="36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8"/>
          <p:cNvSpPr txBox="1"/>
          <p:nvPr>
            <p:ph idx="4294967295" type="subTitle"/>
          </p:nvPr>
        </p:nvSpPr>
        <p:spPr>
          <a:xfrm>
            <a:off x="928650" y="96450"/>
            <a:ext cx="7286700" cy="83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SKU Mapping</a:t>
            </a:r>
            <a:endParaRPr/>
          </a:p>
        </p:txBody>
      </p:sp>
      <p:sp>
        <p:nvSpPr>
          <p:cNvPr id="179" name="Google Shape;179;p28"/>
          <p:cNvSpPr txBox="1"/>
          <p:nvPr/>
        </p:nvSpPr>
        <p:spPr>
          <a:xfrm>
            <a:off x="6156775" y="1949700"/>
            <a:ext cx="2908800" cy="9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(5) Setelah file diunggah, klik tombol “</a:t>
            </a:r>
            <a:r>
              <a:rPr b="1" lang="en" sz="1100">
                <a:solidFill>
                  <a:schemeClr val="dk1"/>
                </a:solidFill>
              </a:rPr>
              <a:t>Validasi &amp; Pratinjau</a:t>
            </a:r>
            <a:r>
              <a:rPr lang="en" sz="1100">
                <a:solidFill>
                  <a:schemeClr val="dk1"/>
                </a:solidFill>
              </a:rPr>
              <a:t>.”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just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80" name="Google Shape;18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0825" y="0"/>
            <a:ext cx="1283175" cy="3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idx="4294967295" type="subTitle"/>
          </p:nvPr>
        </p:nvSpPr>
        <p:spPr>
          <a:xfrm>
            <a:off x="928650" y="96450"/>
            <a:ext cx="7286700" cy="83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SKU Mapping</a:t>
            </a:r>
            <a:endParaRPr/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0825" y="0"/>
            <a:ext cx="1283175" cy="3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9"/>
          <p:cNvSpPr txBox="1"/>
          <p:nvPr/>
        </p:nvSpPr>
        <p:spPr>
          <a:xfrm>
            <a:off x="6031850" y="1414025"/>
            <a:ext cx="3000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(6) </a:t>
            </a:r>
            <a:r>
              <a:rPr lang="en" sz="1100">
                <a:solidFill>
                  <a:schemeClr val="dk1"/>
                </a:solidFill>
              </a:rPr>
              <a:t>Setelah menekan tombol “</a:t>
            </a:r>
            <a:r>
              <a:rPr b="1" lang="en" sz="1100">
                <a:solidFill>
                  <a:schemeClr val="dk1"/>
                </a:solidFill>
              </a:rPr>
              <a:t>Validasi &amp; Pratinjau</a:t>
            </a:r>
            <a:r>
              <a:rPr lang="en" sz="1100">
                <a:solidFill>
                  <a:schemeClr val="dk1"/>
                </a:solidFill>
              </a:rPr>
              <a:t>,” Streamlit akan mendeteksi kesalahan jika template yang diunggah </a:t>
            </a:r>
            <a:r>
              <a:rPr b="1" lang="en" sz="1100">
                <a:solidFill>
                  <a:schemeClr val="dk1"/>
                </a:solidFill>
              </a:rPr>
              <a:t>tidak sesuai ketentuan</a:t>
            </a:r>
            <a:r>
              <a:rPr lang="en" sz="1100">
                <a:solidFill>
                  <a:schemeClr val="dk1"/>
                </a:solidFill>
              </a:rPr>
              <a:t>. </a:t>
            </a:r>
            <a:r>
              <a:rPr b="1" lang="en" sz="1100">
                <a:solidFill>
                  <a:schemeClr val="dk1"/>
                </a:solidFill>
              </a:rPr>
              <a:t>Harap revisi template</a:t>
            </a:r>
            <a:r>
              <a:rPr lang="en" sz="1100">
                <a:solidFill>
                  <a:schemeClr val="dk1"/>
                </a:solidFill>
              </a:rPr>
              <a:t> sesuai dengan panduan yang diberikan.</a:t>
            </a:r>
            <a:endParaRPr/>
          </a:p>
        </p:txBody>
      </p:sp>
      <p:pic>
        <p:nvPicPr>
          <p:cNvPr id="188" name="Google Shape;18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27075"/>
            <a:ext cx="6050526" cy="3768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0825" y="0"/>
            <a:ext cx="1283175" cy="3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0"/>
          <p:cNvSpPr txBox="1"/>
          <p:nvPr/>
        </p:nvSpPr>
        <p:spPr>
          <a:xfrm>
            <a:off x="6031850" y="1414025"/>
            <a:ext cx="30000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(7) </a:t>
            </a:r>
            <a:r>
              <a:rPr lang="en" sz="1100">
                <a:solidFill>
                  <a:schemeClr val="dk1"/>
                </a:solidFill>
              </a:rPr>
              <a:t>Unggah ulang template yang sudah direvisi. Harap menekan tombol “</a:t>
            </a:r>
            <a:r>
              <a:rPr b="1" lang="en" sz="1100">
                <a:solidFill>
                  <a:schemeClr val="dk1"/>
                </a:solidFill>
              </a:rPr>
              <a:t>Validasi &amp; Pratinjau</a:t>
            </a:r>
            <a:r>
              <a:rPr lang="en" sz="1100">
                <a:solidFill>
                  <a:schemeClr val="dk1"/>
                </a:solidFill>
              </a:rPr>
              <a:t>” lagi. Pastikan sudah </a:t>
            </a:r>
            <a:r>
              <a:rPr b="1" lang="en" sz="1100">
                <a:solidFill>
                  <a:schemeClr val="dk1"/>
                </a:solidFill>
              </a:rPr>
              <a:t>0 Error dan 0 Fallback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(8) Kemudian, pastikan sudah ada keterangan 1 baris siap diupload. Lalu klik kotak verifikasi “</a:t>
            </a:r>
            <a:r>
              <a:rPr b="1" lang="en" sz="1100">
                <a:solidFill>
                  <a:schemeClr val="dk1"/>
                </a:solidFill>
              </a:rPr>
              <a:t>Saya sudah memeriksa ringkasan di atas dan setuju melanjutkan upload</a:t>
            </a:r>
            <a:r>
              <a:rPr lang="en" sz="1100">
                <a:solidFill>
                  <a:schemeClr val="dk1"/>
                </a:solidFill>
              </a:rPr>
              <a:t>.” Terakhir, klik “</a:t>
            </a:r>
            <a:r>
              <a:rPr b="1" lang="en" sz="1100">
                <a:solidFill>
                  <a:schemeClr val="dk1"/>
                </a:solidFill>
              </a:rPr>
              <a:t>Konfirmasi &amp; Upload</a:t>
            </a:r>
            <a:r>
              <a:rPr lang="en" sz="1100">
                <a:solidFill>
                  <a:schemeClr val="dk1"/>
                </a:solidFill>
              </a:rPr>
              <a:t>.”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95" name="Google Shape;195;p30"/>
          <p:cNvSpPr txBox="1"/>
          <p:nvPr>
            <p:ph idx="4294967295" type="subTitle"/>
          </p:nvPr>
        </p:nvSpPr>
        <p:spPr>
          <a:xfrm>
            <a:off x="928650" y="96450"/>
            <a:ext cx="7286700" cy="83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SKU Mapping</a:t>
            </a:r>
            <a:endParaRPr/>
          </a:p>
        </p:txBody>
      </p:sp>
      <p:pic>
        <p:nvPicPr>
          <p:cNvPr id="196" name="Google Shape;19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675" y="881500"/>
            <a:ext cx="5727048" cy="384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0825" y="0"/>
            <a:ext cx="1283175" cy="3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1"/>
          <p:cNvSpPr txBox="1"/>
          <p:nvPr/>
        </p:nvSpPr>
        <p:spPr>
          <a:xfrm>
            <a:off x="5418475" y="2323350"/>
            <a:ext cx="3582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(9) </a:t>
            </a:r>
            <a:r>
              <a:rPr b="1" lang="en" sz="1100">
                <a:solidFill>
                  <a:schemeClr val="dk1"/>
                </a:solidFill>
              </a:rPr>
              <a:t>DONE</a:t>
            </a:r>
            <a:r>
              <a:rPr lang="en" sz="1100">
                <a:solidFill>
                  <a:schemeClr val="dk1"/>
                </a:solidFill>
              </a:rPr>
              <a:t>, Template SKU berhasil diunggah. Kemudian, harap konfirmasi kepada BD Support (Intan/Surti).</a:t>
            </a:r>
            <a:endParaRPr/>
          </a:p>
        </p:txBody>
      </p:sp>
      <p:pic>
        <p:nvPicPr>
          <p:cNvPr id="203" name="Google Shape;20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825" y="994725"/>
            <a:ext cx="5266074" cy="37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1"/>
          <p:cNvSpPr txBox="1"/>
          <p:nvPr>
            <p:ph idx="4294967295" type="subTitle"/>
          </p:nvPr>
        </p:nvSpPr>
        <p:spPr>
          <a:xfrm>
            <a:off x="928650" y="96450"/>
            <a:ext cx="7286700" cy="83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228600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SKU Mapping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