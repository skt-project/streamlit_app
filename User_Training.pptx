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19456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Distributor Operational Assessment</a:t>
            </a:r>
          </a:p>
          <a:p>
            <a:pPr algn="ctr"/>
            <a:r>
              <a:rPr sz="2200">
                <a:solidFill>
                  <a:srgbClr val="BEE3EE"/>
                </a:solidFill>
              </a:rPr>
              <a:t>User Training — Area Sales Supervisor Role</a:t>
            </a:r>
          </a:p>
          <a:p>
            <a:pPr algn="ctr"/>
            <a:r>
              <a:rPr sz="1600" b="1">
                <a:solidFill>
                  <a:srgbClr val="FFFFFF"/>
                </a:solidFill>
              </a:rPr>
              <a:t>SKINTIFIC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Introduction</a:t>
            </a:r>
          </a:p>
          <a:p>
            <a:r>
              <a:rPr sz="1400">
                <a:solidFill>
                  <a:srgbClr val="CCE8F0"/>
                </a:solidFill>
              </a:rPr>
              <a:t>What this app does and who it's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What it is: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 multi-role scoring tool that assesses each distributor across 10 operational metrics every month.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Who's involved: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Area Sales Supervisor — people, infrastructure, delivery &amp; inventory (7 metrics, 34 pts)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Distributor Manager — bulk allocation uploads (NPD, SKU Focus) + user admin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Admin RSA — operational scoring inputs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Account Receivable — AR performance + data reporting compliance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This guide covers: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The Area Sales Supervisor workflow end-to-end, from login to submission.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2. Login</a:t>
            </a:r>
          </a:p>
          <a:p>
            <a:r>
              <a:rPr sz="1400">
                <a:solidFill>
                  <a:srgbClr val="CCE8F0"/>
                </a:solidFill>
              </a:rPr>
              <a:t>Authenticate and reach your role's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Purpose: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Your account determines what you see — there is no manual role picker.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Fields: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Username (not case-sensitive)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Password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Validation: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Wrong credentials show one generic error — doesn't reveal which field was wrong.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No retry/lockout limit is enforced.</a:t>
            </a:r>
          </a:p>
        </p:txBody>
      </p:sp>
      <p:pic>
        <p:nvPicPr>
          <p:cNvPr id="5" name="Picture 4" descr="01_login_sc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76072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3. Dashboard Overview</a:t>
            </a:r>
          </a:p>
          <a:p>
            <a:r>
              <a:rPr sz="1400">
                <a:solidFill>
                  <a:srgbClr val="CCE8F0"/>
                </a:solidFill>
              </a:rPr>
              <a:t>What you see right after logging 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Sidebar: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Your name, role, region, Logout, Change Password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Live Score and per-metric breakdown (updates as you fill the form)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Assessment Progress — all 4 roles' status for this distributor+period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Main area: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Logged In As card — confirms identity &amp; scope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Assessment Period selector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Location: Region (locked) + Distributor (required to unlock the form)</a:t>
            </a:r>
          </a:p>
        </p:txBody>
      </p:sp>
      <p:pic>
        <p:nvPicPr>
          <p:cNvPr id="5" name="Picture 4" descr="03_post_login_lock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76072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4. Assessment Workflow</a:t>
            </a:r>
          </a:p>
          <a:p>
            <a:r>
              <a:rPr sz="1400">
                <a:solidFill>
                  <a:srgbClr val="CCE8F0"/>
                </a:solidFill>
              </a:rPr>
              <a:t>Step 1 — choose period and distributor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Assessment Period: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Area Sales Supervisor sees only the current month + 2 prior months.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Distributor: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List is filtered to distributors mapped to YOU specifically, not the whole region.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Empty list = nothing mapped to your account yet — contact an Admin.</a:t>
            </a:r>
          </a:p>
        </p:txBody>
      </p:sp>
      <p:pic>
        <p:nvPicPr>
          <p:cNvPr id="5" name="Picture 4" descr="05_distributor_drop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76072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4. Assessment Workflow</a:t>
            </a:r>
          </a:p>
          <a:p>
            <a:r>
              <a:rPr sz="1400">
                <a:solidFill>
                  <a:srgbClr val="CCE8F0"/>
                </a:solidFill>
              </a:rPr>
              <a:t>Step 2 — People &amp; Roles (metrics 1–3)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Operational Leader — max 5 pts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Salesman — max 7 pts, requires exactly 5 names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Administrative &amp; AR Support — max 3 pts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Validation: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Grade ≠ 'Do not exist' → a name is required.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Grade = 'Do not exist' → no name should be entered.</a:t>
            </a:r>
          </a:p>
        </p:txBody>
      </p:sp>
      <p:pic>
        <p:nvPicPr>
          <p:cNvPr id="5" name="Picture 4" descr="07_people_roles_fill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76072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4. Assessment Workflow</a:t>
            </a:r>
          </a:p>
          <a:p>
            <a:r>
              <a:rPr sz="1400">
                <a:solidFill>
                  <a:srgbClr val="CCE8F0"/>
                </a:solidFill>
              </a:rPr>
              <a:t>Step 3 — Infrastructure, Delivery &amp; Operations (metrics 4–6, 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</a:rPr>
              <a:t>• Warehouse Facility Standard — max 3 pts (direct grade)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</a:rPr>
              <a:t>• Delivery SLA Compliance — max 8 pts (calculated)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C1C1C"/>
                </a:solidFill>
              </a:rPr>
              <a:t>‣ Inner/Outer City bands; both at 100% = 8 pts, any &lt;80% = 0 pts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</a:rPr>
              <a:t>• Inventory Control &amp; Stock Opname — max 6 pts (direct grade)</a:t>
            </a:r>
          </a:p>
          <a:p>
            <a:pPr>
              <a:spcAft>
                <a:spcPts val="600"/>
              </a:spcAft>
            </a:pPr>
            <a:r>
              <a:rPr sz="1500" b="0">
                <a:solidFill>
                  <a:srgbClr val="1C1C1C"/>
                </a:solidFill>
              </a:rPr>
              <a:t>• Bad Stock Handling Performance — max 2 pts (calculated)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C1C1C"/>
                </a:solidFill>
              </a:rPr>
              <a:t>‣ Compliance % = Utilization ÷ (0.5% of YTD Sell Through) × 100</a:t>
            </a:r>
          </a:p>
          <a:p>
            <a:pPr lvl="1">
              <a:spcAft>
                <a:spcPts val="600"/>
              </a:spcAft>
            </a:pPr>
            <a:r>
              <a:rPr sz="1300" b="0">
                <a:solidFill>
                  <a:srgbClr val="1C1C1C"/>
                </a:solidFill>
              </a:rPr>
              <a:t>‣ Card hides + auto-scores max if YTD Sell Through is zero/unavailable</a:t>
            </a:r>
          </a:p>
        </p:txBody>
      </p:sp>
      <p:pic>
        <p:nvPicPr>
          <p:cNvPr id="5" name="Picture 4" descr="09_operations_compli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760720" cy="4000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5. Score Submission</a:t>
            </a:r>
          </a:p>
          <a:p>
            <a:r>
              <a:rPr sz="1400">
                <a:solidFill>
                  <a:srgbClr val="CCE8F0"/>
                </a:solidFill>
              </a:rPr>
              <a:t>Live tracking, review, and final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Live Score Tracker (sidebar):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Updates instantly as you answer — running total out of 34.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Shows other roles' progress on the same distributor+period.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Review &amp; Submit: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Validates the form, then opens a confirmation popup with the full breakdown.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One submission per role, per distributor, per assessment period — final once confirmed.</a:t>
            </a:r>
          </a:p>
        </p:txBody>
      </p:sp>
      <p:pic>
        <p:nvPicPr>
          <p:cNvPr id="5" name="Picture 4" descr="12_review_submit_pop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2160" y="1280160"/>
            <a:ext cx="5943600" cy="41275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6. Distributor Mapping</a:t>
            </a:r>
          </a:p>
          <a:p>
            <a:r>
              <a:rPr sz="1400">
                <a:solidFill>
                  <a:srgbClr val="CCE8F0"/>
                </a:solidFill>
              </a:rPr>
              <a:t>Why you only see certain distributors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How the list is built: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Matched against the master distributor list using YOUR region and full name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Specifically: your name must match the assigned supervisor field for SKINTIFIC or Timephoria on that distributor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Why this matters: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Prevents assessing distributors that aren't actually yours — keeps accountability clean.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If something's missing: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Contact an Admin to check/update the master distributor mapping — this app doesn't let you self-add distributors.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7. Reports</a:t>
            </a:r>
          </a:p>
          <a:p>
            <a:r>
              <a:rPr sz="1400">
                <a:solidFill>
                  <a:srgbClr val="CCE8F0"/>
                </a:solidFill>
              </a:rPr>
              <a:t>Where to see scores today (and what's not built yet)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69494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Available now: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Sidebar 'Assessment Progress' — live status of all 10 metrics across all 4 roles for the distributor+period you're viewing.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'Combined Score So Far' — running total out of 50 as roles submit.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Confirmation popup — your own role's full point breakdown at submission time.</a:t>
            </a:r>
          </a:p>
          <a:p>
            <a:pPr>
              <a:spcAft>
                <a:spcPts val="600"/>
              </a:spcAft>
            </a:pPr>
            <a:r>
              <a:rPr sz="1600" b="1">
                <a:solidFill>
                  <a:srgbClr val="1C1C1C"/>
                </a:solidFill>
              </a:rPr>
              <a:t>• Not available yet: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There is no dedicated multi-distributor or historical reporting screen inside this app — that would be a future enhancement, not a current feature.</a:t>
            </a:r>
          </a:p>
        </p:txBody>
      </p:sp>
      <p:pic>
        <p:nvPicPr>
          <p:cNvPr id="5" name="Picture 4" descr="11_sidebar_score_tra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1188720"/>
            <a:ext cx="1591056" cy="53035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8. 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115568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Q: I can't find a distributor I expect to see.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A: Your list is filtered to distributors mapped to you. Contact an Admin if one's missing.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Q: The Bad Stock card disappeared — bug?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A: No — happens when YTD sell-through is zero. Full marks are auto-awarded.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Q: I made a mistake after confirming — can I fix it?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A: No. Submissions are final per role/distributor/period. Contact an Admin.</a:t>
            </a:r>
          </a:p>
          <a:p>
            <a:pPr>
              <a:spcAft>
                <a:spcPts val="600"/>
              </a:spcAft>
            </a:pPr>
            <a:r>
              <a:rPr sz="1600" b="0">
                <a:solidFill>
                  <a:srgbClr val="1C1C1C"/>
                </a:solidFill>
              </a:rPr>
              <a:t>• Q: Why does the sidebar show other roles' progress?</a:t>
            </a:r>
          </a:p>
          <a:p>
            <a:pPr lvl="1">
              <a:spcAft>
                <a:spcPts val="600"/>
              </a:spcAft>
            </a:pPr>
            <a:r>
              <a:rPr sz="1400" b="0">
                <a:solidFill>
                  <a:srgbClr val="1C1C1C"/>
                </a:solidFill>
              </a:rPr>
              <a:t>‣ A: All 4 roles roll up into one combined assessment per distributor+period.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5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FFFFFF"/>
                </a:solidFill>
              </a:rPr>
              <a:t>9. Troubleshooting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371600"/>
          <a:ext cx="1106424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3474720"/>
                <a:gridCol w="4297680"/>
              </a:tblGrid>
              <a:tr h="7620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Symptom</a:t>
                      </a:r>
                    </a:p>
                  </a:txBody>
                  <a:tcPr>
                    <a:solidFill>
                      <a:srgbClr val="1450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Likely Cause</a:t>
                      </a:r>
                    </a:p>
                  </a:txBody>
                  <a:tcPr>
                    <a:solidFill>
                      <a:srgbClr val="14506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Fix</a:t>
                      </a:r>
                    </a:p>
                  </a:txBody>
                  <a:tcPr>
                    <a:solidFill>
                      <a:srgbClr val="14506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"Invalid username or password"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Typo or wrong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Re-check credentials (password is case-sensitive)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Distributor dropdown is empty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No distributors mapped to you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Contact an Admin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Review &amp; Submit is disabled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Already submitted this period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Pick a different distributor/period, or ask an Admin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Bad Stock card missing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Zero YTD sell-through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Expected — not an error</a:t>
                      </a:r>
                    </a:p>
                  </a:txBody>
                  <a:tcPr>
                    <a:solidFill>
                      <a:srgbClr val="EAF6FB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Logged out unexpectedly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You just changed your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1C1C1C"/>
                          </a:solidFill>
                        </a:defRPr>
                      </a:pPr>
                      <a:r>
                        <a:t>Log back in with the new password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57200" y="6537960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909090"/>
                </a:solidFill>
              </a:rPr>
              <a:t>Distributor Operational Assessment — User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